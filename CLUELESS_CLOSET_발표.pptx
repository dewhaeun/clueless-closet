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-548640"/>
            <a:ext cx="1645920" cy="1645920"/>
          </a:xfrm>
          <a:prstGeom prst="ellipse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65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</a:rPr>
              <a:t>DATABASE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</a:rPr>
              <a:t>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49040" y="914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CLUELESS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749040" y="18288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C4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CLOSET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749040" y="2926080"/>
            <a:ext cx="4937760" cy="36576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108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데이터베이스 연동 웹 서비스 프로젝트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3566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영화 《Clueless》에서 영감을 받은 디지털 옷장 &amp; 코디 매칭 서비스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914400"/>
            <a:ext cx="374904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914400"/>
            <a:ext cx="3749040" cy="457200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개발 의의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거동이 불편한 사람도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손쉽게 옷 매칭을 미리 시뮬레이션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매일 아침 "뭐 입지?"의 고민을 디지털로 해결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1995년 영화 《Clueless》의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컴퓨터 옷장 시스템에서 영감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기본 기능을 직접 구현해보는 학습 프로젝트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97764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3977640" cy="45720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14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🗂  구현 범위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회원가입 / 로그인 (JWT 인증)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옷 사진 업로드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상의·하의·아우터·신발·액세서리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Cloudinary 클라우드 저장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상의 + 하의 조합 코디 저장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저장된 코디 목록 조회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코디 삭제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기술 스택 &amp; 시스템 아키텍처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011680" cy="3017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2011680" cy="411480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React 18 + Vite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React Router v6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Axios (HTTP)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Y2K / Win98 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2011680" cy="3017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14600" y="914400"/>
            <a:ext cx="2011680" cy="41148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4173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Node.js + Express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JWT 인증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bcryptjs 해싱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express-validator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2011680" cy="3017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2011680" cy="411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PostgreSQL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pg (node-postgres)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Connection Pool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SQL Parameterized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914400"/>
            <a:ext cx="2011680" cy="3017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914400"/>
            <a:ext cx="2011680" cy="4114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14173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Cloudinary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이미지 업로드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multer 연동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URL → DB 저장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4114800"/>
            <a:ext cx="109728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4114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Browser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53312" y="4361688"/>
            <a:ext cx="201168" cy="54864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4752" y="428853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4A8A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481328" y="4114800"/>
            <a:ext cx="1097280" cy="502920"/>
          </a:xfrm>
          <a:prstGeom prst="rect">
            <a:avLst/>
          </a:prstGeom>
          <a:solidFill>
            <a:srgbClr val="3D5A99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4114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78608" y="4361688"/>
            <a:ext cx="201168" cy="54864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0048" y="428853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4A8A"/>
                </a:solidFill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88920" y="4114800"/>
            <a:ext cx="1097280" cy="502920"/>
          </a:xfrm>
          <a:prstGeom prst="rect">
            <a:avLst/>
          </a:prstGeom>
          <a:solidFill>
            <a:srgbClr val="3D5A99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4114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Axios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86200" y="4361688"/>
            <a:ext cx="201168" cy="54864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428853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4A8A"/>
                </a:solidFill>
              </a:rPr>
              <a:t>▶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96512" y="4114800"/>
            <a:ext cx="1097280" cy="502920"/>
          </a:xfrm>
          <a:prstGeom prst="rect">
            <a:avLst/>
          </a:prstGeom>
          <a:solidFill>
            <a:srgbClr val="3D5A99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96512" y="4114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Express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93792" y="4361688"/>
            <a:ext cx="201168" cy="54864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428853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4A8A"/>
                </a:solidFill>
              </a:rPr>
              <a:t>▶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3600" y="4114800"/>
            <a:ext cx="1097280" cy="502920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4114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/ Cloudinary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7804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▶ 요청 흐름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2E"/>
                </a:solidFill>
              </a:rPr>
              <a:t>데이터베이스 설계 — 릴레이션(Relation) 정의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8A"/>
                </a:solidFill>
              </a:rPr>
              <a:t>users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SERIAL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PRIMARY KEY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email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VARCHAR(255)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NOT NULL, UNIQUE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password_hash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VARCHAR(255)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NOT NULL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created_at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TIMESTAMPTZ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DEFAULT NOW()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8A"/>
                </a:solidFill>
              </a:rPr>
              <a:t>items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SERIAL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PRIMARY KEY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user_id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INTEGER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FK → users(id)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image_url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VARCHAR(500)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NOT NULL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ENUM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NOT NULL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created_at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TIMESTAMPTZ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DEFAULT NOW()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754880" y="2880360"/>
            <a:ext cx="4114800" cy="411480"/>
          </a:xfrm>
          <a:prstGeom prst="rect">
            <a:avLst/>
          </a:prstGeom>
          <a:solidFill>
            <a:srgbClr val="EEF1F8"/>
          </a:solidFill>
          <a:ln w="12700">
            <a:solidFill>
              <a:srgbClr val="C7D3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46320" y="29077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4A8A"/>
                </a:solidFill>
              </a:rPr>
              <a:t>ENUM item_category: 'top' | 'bottom' | 'outer' | 'shoes' | 'accessory'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6576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8A"/>
                </a:solidFill>
              </a:rPr>
              <a:t>outfits</a:t>
            </a:r>
            <a:endParaRPr lang="en-US" sz="12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66160"/>
          <a:ext cx="4206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920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SERIAL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PRIMARY KEY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user_id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INTEGER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FK → users(id) CASCADE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top_id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INTEGER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FK → items(id) CASCADE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bottom_id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INTEGER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FK → items(id) CASCADE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created_at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TIMESTAMPTZ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DEFAULT NOW()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UNIQUE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(user_id, top_id, bottom_id)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754880" y="3383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← ON DELETE CASCADE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← FK 연결로 데이터 무결성 보장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웹 서비스 ↔ DBMS 연동 구조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84048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8A"/>
                </a:solidFill>
              </a:rPr>
              <a:t>연동 방식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라이브러리: node-postgres (pg)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연결: Connection Pool (pg.Pool)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환경변수 DATABASE_URL로 보안 관리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267712"/>
            <a:ext cx="3840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317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db/index.js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pool =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Pool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connectionString: process.env.DATABASE_URL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query = </a:t>
            </a:r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(text, params)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pool.query(text, params);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getClient = </a:t>
            </a:r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pool.connect();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251960" cy="3977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68680"/>
            <a:ext cx="4251960" cy="384048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6868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요청 흐름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47472" cy="347472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클라이언트 HTTP 요청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5910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React + Axios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1737360"/>
            <a:ext cx="45720" cy="256032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029968"/>
            <a:ext cx="347472" cy="347472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Express 라우터 수신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2494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route 매핑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395728"/>
            <a:ext cx="45720" cy="256032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688336"/>
            <a:ext cx="347472" cy="347472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688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2688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JWT 인증 미들웨어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907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토큰 검증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054096"/>
            <a:ext cx="45720" cy="256032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346704"/>
            <a:ext cx="347472" cy="347472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33467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Controller → query() 호출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566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SQL 실행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712464"/>
            <a:ext cx="45720" cy="256032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4005072"/>
            <a:ext cx="347472" cy="347472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005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4005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PostgreSQL 결과 반환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4224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JSON 응답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쿼리(Query) 활용 사례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743200" cy="4023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22960"/>
            <a:ext cx="2743200" cy="384048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① 카테고리 필터 조회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56032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53312"/>
            <a:ext cx="241401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image_url,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category, created_at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user_id = $1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category = $2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created_at DESC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160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Parameterized query → SQL Injection 방지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인덱스(user_id, category) 활용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3063240" cy="4023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22960"/>
            <a:ext cx="3063240" cy="384048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82296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② 코디 조회 — 3테이블 JOIN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298448"/>
            <a:ext cx="2880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353312"/>
            <a:ext cx="2734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json_build_object(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'id', t.id,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'image_url', t.image_url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top,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json_build_object(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'id', b.id,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'image_url', b.image_url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bottom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outfits 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items t ON o.top_id = t.id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items b ON o.bottom_id = b.id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o.user_id = $1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41605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단일 쿼리로 outfits + items(상의)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+ items(하의) 동시 조회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822960"/>
            <a:ext cx="2377440" cy="4023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822960"/>
            <a:ext cx="2377440" cy="384048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822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③ 중복 이메일 확인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1298448"/>
            <a:ext cx="21945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1353312"/>
            <a:ext cx="20482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= $1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41605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회원가입 시 사전 중복 체크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UNIQUE 제약과 이중 방어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2E"/>
                </a:solidFill>
              </a:rPr>
              <a:t>트랜잭션(Transaction) 활용 — 코디 저장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743200" cy="4023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2743200" cy="384048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왜 트랜잭션이 필요한가?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코디 저장 시 3단계가 원자적으로 실행되어야 함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marL="254000" indent="-254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① top_id가 해당 유저 소유의 'top' 아이템인지 확인</a:t>
            </a:r>
            <a:endParaRPr lang="en-US" sz="1050" dirty="0"/>
          </a:p>
          <a:p>
            <a:pPr marL="254000" indent="-254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② bottom_id가 해당 유저 소유의 'bottom' 아이템인지 확인</a:t>
            </a:r>
            <a:endParaRPr lang="en-US" sz="1050" dirty="0"/>
          </a:p>
          <a:p>
            <a:pPr marL="254000" indent="-254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③ 두 조건 모두 충족 시에만 outfits 테이블에 INSERT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중간에 실패하면 ROLLBACK → 불완전한 데이터 저장 방지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804672"/>
            <a:ext cx="557784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868680"/>
            <a:ext cx="534924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await getClient(); // Pool에서 전용 클라이언트 획득
</a:t>
            </a:r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client.query('BEGIN');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두 검증 쿼리 병렬 실행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[topResult, bottomResult] = await Promise.all([
</a:t>
            </a:r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client.query('SELECT id FROM items WHERE id=$1 AND user_id=$2 AND category=$3',
              [top_id, userId, 'top']),
</a:t>
            </a:r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client.query('SELECT id FROM items WHERE id=$1 AND user_id=$2 AND category=$3',
              [bottom_id, userId, 'bottom'])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
</a:t>
            </a:r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(topResult.rowCount === 0) { await client.query('ROLLBACK'); ... }
</a:t>
            </a:r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(bottomResult.rowCount === 0) { await client.query('ROLLBACK'); ... }
</a:t>
            </a:r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client.query('INSERT INTO outfits (user_id, top_id, bottom_id) VALUES ($1,$2,$3)', [...]);
</a:t>
            </a:r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client.query('COMMIT');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3703320"/>
            <a:ext cx="1325880" cy="1188720"/>
          </a:xfrm>
          <a:prstGeom prst="rect">
            <a:avLst/>
          </a:prstGeom>
          <a:solidFill>
            <a:srgbClr val="EEF1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3730752"/>
            <a:ext cx="384048" cy="384048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41605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8A"/>
                </a:solidFill>
              </a:rPr>
              <a:t>Atomicity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43891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검증 실패 시 ROLLBACK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→ 부분 삽입 없음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81728" y="3703320"/>
            <a:ext cx="132588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38928" y="3730752"/>
            <a:ext cx="384048" cy="384048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27448" y="41605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8A"/>
                </a:solidFill>
              </a:rPr>
              <a:t>Consistency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27448" y="43891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UNIQUE 제약으로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중복 조합 방지 (23505)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71616" y="3703320"/>
            <a:ext cx="1325880" cy="1188720"/>
          </a:xfrm>
          <a:prstGeom prst="rect">
            <a:avLst/>
          </a:prstGeom>
          <a:solidFill>
            <a:srgbClr val="EEF1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3730752"/>
            <a:ext cx="384048" cy="384048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17336" y="41605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8A"/>
                </a:solidFill>
              </a:rPr>
              <a:t>Isolation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17336" y="43891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전용 클라이언트로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트랜잭션 격리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61504" y="3703320"/>
            <a:ext cx="132588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18704" y="3730752"/>
            <a:ext cx="384048" cy="384048"/>
          </a:xfrm>
          <a:prstGeom prst="ellipse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18704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07224" y="41605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8A"/>
                </a:solidFill>
              </a:rPr>
              <a:t>Durability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07224" y="43891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COMMIT 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영속 저장 보장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보안 &amp; 데이터 무결성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743200" cy="4023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인증 보안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514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bcryptjs (rounds=12) — 비밀번호 단방향 해싱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JWT (7일 만료) — Bearer Token 방식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모든 /items, /outfits API는 JWT 검증 후 접근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토큰 만료 / 위변조 시 401 응답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822960"/>
            <a:ext cx="2743200" cy="4023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822960"/>
            <a:ext cx="2743200" cy="41148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822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🛡  데이터 무결성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325880"/>
            <a:ext cx="2514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FK ON DELETE CASCADE: 유저 삭제 시 연관 데이터 자동 삭제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UNIQUE(user_id, top_id, bottom_id): 코디 중복 저장 방지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item_category ENUM: DB 레벨에서 잘못된 카테고리 차단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Parameterized Query ($1,$2): SQL Injection 원천 차단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46520" y="822960"/>
            <a:ext cx="2423160" cy="4023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822960"/>
            <a:ext cx="2423160" cy="411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822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 이미지 관리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325880"/>
            <a:ext cx="21945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Cloudinary에 이미지 저장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DB에는 URL만 보관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아이템 삭제 시 Cloudinary도 동시 삭제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(Promise.all 병렬 처리)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API 엔드포인트 구조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321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393192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인증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82F6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/api/auth/signup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회원가입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82F6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/api/auth/login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로그인 (JWT 발급)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/api/auth/me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내 정보 조회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82F6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/api/items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옷 업로드 (이미지+카테고리)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/api/items?category=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아이템 목록 조회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</a:rPr>
                        <a:t>DELETE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/api/items/:id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아이템 삭제 (Cloudinary 연동)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82F6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/api/outfits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코디 저장 (트랜잭션)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/api/outfits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저장된 코디 목록 (JOIN)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</a:rPr>
                        <a:t>DELETE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/api/outfits/:id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코디 삭제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011680" cy="2011680"/>
          </a:xfrm>
          <a:prstGeom prst="ellipse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920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정리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</a:rPr>
              <a:t>CLUELESS CLOSET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29000" y="502920"/>
            <a:ext cx="2560320" cy="12618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29000" y="502920"/>
            <a:ext cx="64008" cy="1261872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640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8A"/>
                </a:solidFill>
              </a:rPr>
              <a:t>🗄  관계형 DB 설계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93592" y="97840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users ↔ items ↔ outfits 3테이블 릴레이션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502920"/>
            <a:ext cx="2560320" cy="1261872"/>
          </a:xfrm>
          <a:prstGeom prst="rect">
            <a:avLst/>
          </a:prstGeom>
          <a:solidFill>
            <a:srgbClr val="EEF1F8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502920"/>
            <a:ext cx="64008" cy="1261872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640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8A"/>
                </a:solidFill>
              </a:rPr>
              <a:t>⚡  Connection Pool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82512" y="97840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pg.Pool로 효율적인 DB 연결 관리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1947672"/>
            <a:ext cx="2560320" cy="12618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947672"/>
            <a:ext cx="64008" cy="1261872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8A"/>
                </a:solidFill>
              </a:rPr>
              <a:t>🔍  Parameterized Query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93592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SQL Injection 방지 + 인덱스 활용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947672"/>
            <a:ext cx="2560320" cy="1261872"/>
          </a:xfrm>
          <a:prstGeom prst="rect">
            <a:avLst/>
          </a:prstGeom>
          <a:solidFill>
            <a:srgbClr val="EEF1F8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947672"/>
            <a:ext cx="64008" cy="1261872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8A"/>
                </a:solidFill>
              </a:rPr>
              <a:t>🔄  Transaction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82512" y="2423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BEGIN/COMMIT/ROLLBACK으로 데이터 일관성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29000" y="3392424"/>
            <a:ext cx="2560320" cy="12618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0" y="3392424"/>
            <a:ext cx="64008" cy="1261872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35295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8A"/>
                </a:solidFill>
              </a:rPr>
              <a:t>🛡  DB 레벨 무결성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3592" y="3867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UNIQUE · ENUM · FK CASCADE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392424"/>
            <a:ext cx="2560320" cy="1261872"/>
          </a:xfrm>
          <a:prstGeom prst="rect">
            <a:avLst/>
          </a:prstGeom>
          <a:solidFill>
            <a:srgbClr val="EEF1F8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392424"/>
            <a:ext cx="64008" cy="1261872"/>
          </a:xfrm>
          <a:prstGeom prst="rect">
            <a:avLst/>
          </a:prstGeom>
          <a:solidFill>
            <a:srgbClr val="2C4A8A"/>
          </a:solidFill>
          <a:ln w="12700">
            <a:solidFill>
              <a:srgbClr val="2C4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5295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8A"/>
                </a:solidFill>
              </a:rPr>
              <a:t>🔐  인증 &amp; 보안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2512" y="3867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JWT + bcrypt + Cloudinary 분리 저장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CLUELESS CLOSET</dc:title>
  <dc:subject>PptxGenJS Presentation</dc:subject>
  <dc:creator>PptxGenJS</dc:creator>
  <cp:lastModifiedBy>PptxGenJS</cp:lastModifiedBy>
  <cp:revision>1</cp:revision>
  <dcterms:created xsi:type="dcterms:W3CDTF">2026-06-10T06:30:40Z</dcterms:created>
  <dcterms:modified xsi:type="dcterms:W3CDTF">2026-06-10T06:30:40Z</dcterms:modified>
</cp:coreProperties>
</file>